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anva Sans" panose="020B0604020202020204" charset="0"/>
      <p:regular r:id="rId11"/>
    </p:embeddedFont>
    <p:embeddedFont>
      <p:font typeface="Canva Sans Bold" panose="020B0604020202020204" charset="0"/>
      <p:regular r:id="rId12"/>
    </p:embeddedFont>
    <p:embeddedFont>
      <p:font typeface="Canva Sans Italics" panose="020B0604020202020204" charset="0"/>
      <p:regular r:id="rId13"/>
    </p:embeddedFont>
    <p:embeddedFont>
      <p:font typeface="Poppins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293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FD32AC-566B-4D53-A894-DF78CC31B02B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F7385-ED97-420C-B8CB-704F1B72E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332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F7385-ED97-420C-B8CB-704F1B72E7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45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19992" y="-1680508"/>
            <a:ext cx="13648016" cy="136480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640768" y="-164456"/>
            <a:ext cx="11725929" cy="11711272"/>
          </a:xfrm>
          <a:custGeom>
            <a:avLst/>
            <a:gdLst/>
            <a:ahLst/>
            <a:cxnLst/>
            <a:rect l="l" t="t" r="r" b="b"/>
            <a:pathLst>
              <a:path w="11725929" h="11711272">
                <a:moveTo>
                  <a:pt x="0" y="0"/>
                </a:moveTo>
                <a:lnTo>
                  <a:pt x="11725929" y="0"/>
                </a:lnTo>
                <a:lnTo>
                  <a:pt x="11725929" y="11711272"/>
                </a:lnTo>
                <a:lnTo>
                  <a:pt x="0" y="11711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3161867" y="-1074625"/>
            <a:ext cx="11553237" cy="1155323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476280" y="4348446"/>
            <a:ext cx="1658466" cy="1656393"/>
          </a:xfrm>
          <a:custGeom>
            <a:avLst/>
            <a:gdLst/>
            <a:ahLst/>
            <a:cxnLst/>
            <a:rect l="l" t="t" r="r" b="b"/>
            <a:pathLst>
              <a:path w="1658466" h="1656393">
                <a:moveTo>
                  <a:pt x="0" y="0"/>
                </a:moveTo>
                <a:lnTo>
                  <a:pt x="1658465" y="0"/>
                </a:lnTo>
                <a:lnTo>
                  <a:pt x="1658465" y="1656393"/>
                </a:lnTo>
                <a:lnTo>
                  <a:pt x="0" y="16563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1437613" y="4282161"/>
            <a:ext cx="1634041" cy="163404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flipH="1">
            <a:off x="2086248" y="4847440"/>
            <a:ext cx="336771" cy="503483"/>
          </a:xfrm>
          <a:custGeom>
            <a:avLst/>
            <a:gdLst/>
            <a:ahLst/>
            <a:cxnLst/>
            <a:rect l="l" t="t" r="r" b="b"/>
            <a:pathLst>
              <a:path w="336771" h="503483">
                <a:moveTo>
                  <a:pt x="336771" y="0"/>
                </a:moveTo>
                <a:lnTo>
                  <a:pt x="0" y="0"/>
                </a:lnTo>
                <a:lnTo>
                  <a:pt x="0" y="503483"/>
                </a:lnTo>
                <a:lnTo>
                  <a:pt x="336771" y="503483"/>
                </a:lnTo>
                <a:lnTo>
                  <a:pt x="3367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5191921" y="4348446"/>
            <a:ext cx="1658466" cy="1656393"/>
          </a:xfrm>
          <a:custGeom>
            <a:avLst/>
            <a:gdLst/>
            <a:ahLst/>
            <a:cxnLst/>
            <a:rect l="l" t="t" r="r" b="b"/>
            <a:pathLst>
              <a:path w="1658466" h="1656393">
                <a:moveTo>
                  <a:pt x="0" y="0"/>
                </a:moveTo>
                <a:lnTo>
                  <a:pt x="1658466" y="0"/>
                </a:lnTo>
                <a:lnTo>
                  <a:pt x="1658466" y="1656393"/>
                </a:lnTo>
                <a:lnTo>
                  <a:pt x="0" y="16563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15153255" y="4282161"/>
            <a:ext cx="1634041" cy="1634041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5801890" y="4847440"/>
            <a:ext cx="336771" cy="503483"/>
          </a:xfrm>
          <a:custGeom>
            <a:avLst/>
            <a:gdLst/>
            <a:ahLst/>
            <a:cxnLst/>
            <a:rect l="l" t="t" r="r" b="b"/>
            <a:pathLst>
              <a:path w="336771" h="503483">
                <a:moveTo>
                  <a:pt x="0" y="0"/>
                </a:moveTo>
                <a:lnTo>
                  <a:pt x="336770" y="0"/>
                </a:lnTo>
                <a:lnTo>
                  <a:pt x="336770" y="503483"/>
                </a:lnTo>
                <a:lnTo>
                  <a:pt x="0" y="503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8472396" y="1442115"/>
            <a:ext cx="932181" cy="978434"/>
          </a:xfrm>
          <a:custGeom>
            <a:avLst/>
            <a:gdLst/>
            <a:ahLst/>
            <a:cxnLst/>
            <a:rect l="l" t="t" r="r" b="b"/>
            <a:pathLst>
              <a:path w="932181" h="978434">
                <a:moveTo>
                  <a:pt x="0" y="0"/>
                </a:moveTo>
                <a:lnTo>
                  <a:pt x="932180" y="0"/>
                </a:lnTo>
                <a:lnTo>
                  <a:pt x="932180" y="978433"/>
                </a:lnTo>
                <a:lnTo>
                  <a:pt x="0" y="9784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535713" y="414823"/>
            <a:ext cx="342616" cy="359616"/>
          </a:xfrm>
          <a:custGeom>
            <a:avLst/>
            <a:gdLst/>
            <a:ahLst/>
            <a:cxnLst/>
            <a:rect l="l" t="t" r="r" b="b"/>
            <a:pathLst>
              <a:path w="342616" h="359616">
                <a:moveTo>
                  <a:pt x="0" y="0"/>
                </a:moveTo>
                <a:lnTo>
                  <a:pt x="342616" y="0"/>
                </a:lnTo>
                <a:lnTo>
                  <a:pt x="342616" y="359616"/>
                </a:lnTo>
                <a:lnTo>
                  <a:pt x="0" y="359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3071654" y="3643986"/>
            <a:ext cx="11434516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SUDOKU PUZZLE GENERATOR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5924901" y="6139536"/>
            <a:ext cx="6027170" cy="1272624"/>
            <a:chOff x="0" y="0"/>
            <a:chExt cx="1233674" cy="26048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33674" cy="260488"/>
            </a:xfrm>
            <a:custGeom>
              <a:avLst/>
              <a:gdLst/>
              <a:ahLst/>
              <a:cxnLst/>
              <a:rect l="l" t="t" r="r" b="b"/>
              <a:pathLst>
                <a:path w="1233674" h="260488">
                  <a:moveTo>
                    <a:pt x="128450" y="0"/>
                  </a:moveTo>
                  <a:lnTo>
                    <a:pt x="1105223" y="0"/>
                  </a:lnTo>
                  <a:cubicBezTo>
                    <a:pt x="1176164" y="0"/>
                    <a:pt x="1233674" y="57509"/>
                    <a:pt x="1233674" y="128450"/>
                  </a:cubicBezTo>
                  <a:lnTo>
                    <a:pt x="1233674" y="132037"/>
                  </a:lnTo>
                  <a:cubicBezTo>
                    <a:pt x="1233674" y="202978"/>
                    <a:pt x="1176164" y="260488"/>
                    <a:pt x="1105223" y="260488"/>
                  </a:cubicBezTo>
                  <a:lnTo>
                    <a:pt x="128450" y="260488"/>
                  </a:lnTo>
                  <a:cubicBezTo>
                    <a:pt x="57509" y="260488"/>
                    <a:pt x="0" y="202978"/>
                    <a:pt x="0" y="132037"/>
                  </a:cubicBezTo>
                  <a:lnTo>
                    <a:pt x="0" y="128450"/>
                  </a:lnTo>
                  <a:cubicBezTo>
                    <a:pt x="0" y="57509"/>
                    <a:pt x="57509" y="0"/>
                    <a:pt x="128450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233674" cy="298588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6233129" y="6516384"/>
            <a:ext cx="5410714" cy="44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444" b="1">
                <a:solidFill>
                  <a:srgbClr val="3B3B3B"/>
                </a:solidFill>
                <a:latin typeface="Poppins Bold"/>
                <a:ea typeface="Poppins Bold"/>
                <a:cs typeface="Poppins Bold"/>
                <a:sym typeface="Poppins Bold"/>
              </a:rPr>
              <a:t>Người thực hiện: Chu Ngọc Thắng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486035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578138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-348772" y="3020520"/>
            <a:ext cx="2754945" cy="0"/>
          </a:xfrm>
          <a:prstGeom prst="line">
            <a:avLst/>
          </a:prstGeom>
          <a:ln w="28575" cap="flat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028700" y="2385101"/>
            <a:ext cx="6899524" cy="1272624"/>
            <a:chOff x="0" y="0"/>
            <a:chExt cx="1412232" cy="2604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12232" cy="260488"/>
            </a:xfrm>
            <a:custGeom>
              <a:avLst/>
              <a:gdLst/>
              <a:ahLst/>
              <a:cxnLst/>
              <a:rect l="l" t="t" r="r" b="b"/>
              <a:pathLst>
                <a:path w="1412232" h="260488">
                  <a:moveTo>
                    <a:pt x="112209" y="0"/>
                  </a:moveTo>
                  <a:lnTo>
                    <a:pt x="1300022" y="0"/>
                  </a:lnTo>
                  <a:cubicBezTo>
                    <a:pt x="1329782" y="0"/>
                    <a:pt x="1358323" y="11822"/>
                    <a:pt x="1379366" y="32865"/>
                  </a:cubicBezTo>
                  <a:cubicBezTo>
                    <a:pt x="1400410" y="53909"/>
                    <a:pt x="1412232" y="82450"/>
                    <a:pt x="1412232" y="112209"/>
                  </a:cubicBezTo>
                  <a:lnTo>
                    <a:pt x="1412232" y="148278"/>
                  </a:lnTo>
                  <a:cubicBezTo>
                    <a:pt x="1412232" y="210250"/>
                    <a:pt x="1361994" y="260488"/>
                    <a:pt x="1300022" y="260488"/>
                  </a:cubicBezTo>
                  <a:lnTo>
                    <a:pt x="112209" y="260488"/>
                  </a:lnTo>
                  <a:cubicBezTo>
                    <a:pt x="50238" y="260488"/>
                    <a:pt x="0" y="210250"/>
                    <a:pt x="0" y="148278"/>
                  </a:cubicBezTo>
                  <a:lnTo>
                    <a:pt x="0" y="112209"/>
                  </a:lnTo>
                  <a:cubicBezTo>
                    <a:pt x="0" y="50238"/>
                    <a:pt x="50238" y="0"/>
                    <a:pt x="112209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412232" cy="298588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201742" y="2541465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1177804" y="2500429"/>
            <a:ext cx="1011607" cy="1011607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28690" y="3956113"/>
            <a:ext cx="7587013" cy="1183793"/>
            <a:chOff x="0" y="0"/>
            <a:chExt cx="1353038" cy="21111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53038" cy="211113"/>
            </a:xfrm>
            <a:custGeom>
              <a:avLst/>
              <a:gdLst/>
              <a:ahLst/>
              <a:cxnLst/>
              <a:rect l="l" t="t" r="r" b="b"/>
              <a:pathLst>
                <a:path w="1353038" h="211113">
                  <a:moveTo>
                    <a:pt x="51021" y="0"/>
                  </a:moveTo>
                  <a:lnTo>
                    <a:pt x="1302017" y="0"/>
                  </a:lnTo>
                  <a:cubicBezTo>
                    <a:pt x="1330195" y="0"/>
                    <a:pt x="1353038" y="22843"/>
                    <a:pt x="1353038" y="51021"/>
                  </a:cubicBezTo>
                  <a:lnTo>
                    <a:pt x="1353038" y="160092"/>
                  </a:lnTo>
                  <a:cubicBezTo>
                    <a:pt x="1353038" y="188270"/>
                    <a:pt x="1330195" y="211113"/>
                    <a:pt x="1302017" y="211113"/>
                  </a:cubicBezTo>
                  <a:lnTo>
                    <a:pt x="51021" y="211113"/>
                  </a:lnTo>
                  <a:cubicBezTo>
                    <a:pt x="37489" y="211113"/>
                    <a:pt x="24512" y="205738"/>
                    <a:pt x="14944" y="196169"/>
                  </a:cubicBezTo>
                  <a:cubicBezTo>
                    <a:pt x="5375" y="186601"/>
                    <a:pt x="0" y="173624"/>
                    <a:pt x="0" y="160092"/>
                  </a:cubicBezTo>
                  <a:lnTo>
                    <a:pt x="0" y="51021"/>
                  </a:lnTo>
                  <a:cubicBezTo>
                    <a:pt x="0" y="22843"/>
                    <a:pt x="22843" y="0"/>
                    <a:pt x="51021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353038" cy="249213"/>
            </a:xfrm>
            <a:prstGeom prst="rect">
              <a:avLst/>
            </a:prstGeom>
          </p:spPr>
          <p:txBody>
            <a:bodyPr lIns="54043" tIns="54043" rIns="54043" bIns="5404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313084" y="2773616"/>
            <a:ext cx="741046" cy="398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sz="2182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1.1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14699" y="4346820"/>
            <a:ext cx="7067773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java.util.Random: Random số ô xóa và vị trí xóa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497460" y="2697881"/>
            <a:ext cx="525206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Ngôn ngữ lập trình: Java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0" y="1048225"/>
            <a:ext cx="10311435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1. Ngôn ngữ &amp; Thư viện sử dụng</a:t>
            </a:r>
          </a:p>
        </p:txBody>
      </p:sp>
      <p:sp>
        <p:nvSpPr>
          <p:cNvPr id="23" name="Freeform 23"/>
          <p:cNvSpPr/>
          <p:nvPr/>
        </p:nvSpPr>
        <p:spPr>
          <a:xfrm>
            <a:off x="507138" y="260021"/>
            <a:ext cx="342616" cy="359616"/>
          </a:xfrm>
          <a:custGeom>
            <a:avLst/>
            <a:gdLst/>
            <a:ahLst/>
            <a:cxnLst/>
            <a:rect l="l" t="t" r="r" b="b"/>
            <a:pathLst>
              <a:path w="342616" h="359616">
                <a:moveTo>
                  <a:pt x="0" y="0"/>
                </a:moveTo>
                <a:lnTo>
                  <a:pt x="342616" y="0"/>
                </a:lnTo>
                <a:lnTo>
                  <a:pt x="342616" y="359616"/>
                </a:lnTo>
                <a:lnTo>
                  <a:pt x="0" y="3596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AutoShape 24"/>
          <p:cNvSpPr/>
          <p:nvPr/>
        </p:nvSpPr>
        <p:spPr>
          <a:xfrm>
            <a:off x="-348772" y="6396528"/>
            <a:ext cx="2754945" cy="0"/>
          </a:xfrm>
          <a:prstGeom prst="line">
            <a:avLst/>
          </a:prstGeom>
          <a:ln w="28575" cap="flat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5" name="Group 25"/>
          <p:cNvGrpSpPr/>
          <p:nvPr/>
        </p:nvGrpSpPr>
        <p:grpSpPr>
          <a:xfrm>
            <a:off x="1028700" y="5761109"/>
            <a:ext cx="6899524" cy="1272624"/>
            <a:chOff x="0" y="0"/>
            <a:chExt cx="1412232" cy="26048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412232" cy="260488"/>
            </a:xfrm>
            <a:custGeom>
              <a:avLst/>
              <a:gdLst/>
              <a:ahLst/>
              <a:cxnLst/>
              <a:rect l="l" t="t" r="r" b="b"/>
              <a:pathLst>
                <a:path w="1412232" h="260488">
                  <a:moveTo>
                    <a:pt x="112209" y="0"/>
                  </a:moveTo>
                  <a:lnTo>
                    <a:pt x="1300022" y="0"/>
                  </a:lnTo>
                  <a:cubicBezTo>
                    <a:pt x="1329782" y="0"/>
                    <a:pt x="1358323" y="11822"/>
                    <a:pt x="1379366" y="32865"/>
                  </a:cubicBezTo>
                  <a:cubicBezTo>
                    <a:pt x="1400410" y="53909"/>
                    <a:pt x="1412232" y="82450"/>
                    <a:pt x="1412232" y="112209"/>
                  </a:cubicBezTo>
                  <a:lnTo>
                    <a:pt x="1412232" y="148278"/>
                  </a:lnTo>
                  <a:cubicBezTo>
                    <a:pt x="1412232" y="210250"/>
                    <a:pt x="1361994" y="260488"/>
                    <a:pt x="1300022" y="260488"/>
                  </a:cubicBezTo>
                  <a:lnTo>
                    <a:pt x="112209" y="260488"/>
                  </a:lnTo>
                  <a:cubicBezTo>
                    <a:pt x="50238" y="260488"/>
                    <a:pt x="0" y="210250"/>
                    <a:pt x="0" y="148278"/>
                  </a:cubicBezTo>
                  <a:lnTo>
                    <a:pt x="0" y="112209"/>
                  </a:lnTo>
                  <a:cubicBezTo>
                    <a:pt x="0" y="50238"/>
                    <a:pt x="50238" y="0"/>
                    <a:pt x="112209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412232" cy="298588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1201742" y="5917473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9" name="Group 29"/>
          <p:cNvGrpSpPr/>
          <p:nvPr/>
        </p:nvGrpSpPr>
        <p:grpSpPr>
          <a:xfrm>
            <a:off x="1177804" y="5876437"/>
            <a:ext cx="1011607" cy="1011607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313084" y="6149624"/>
            <a:ext cx="741046" cy="398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sz="2182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1.2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497460" y="6073889"/>
            <a:ext cx="525206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Thư viện sử dụng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574857" y="5804631"/>
            <a:ext cx="7540846" cy="1183793"/>
            <a:chOff x="0" y="0"/>
            <a:chExt cx="1344804" cy="21111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344804" cy="211113"/>
            </a:xfrm>
            <a:custGeom>
              <a:avLst/>
              <a:gdLst/>
              <a:ahLst/>
              <a:cxnLst/>
              <a:rect l="l" t="t" r="r" b="b"/>
              <a:pathLst>
                <a:path w="1344804" h="211113">
                  <a:moveTo>
                    <a:pt x="51333" y="0"/>
                  </a:moveTo>
                  <a:lnTo>
                    <a:pt x="1293471" y="0"/>
                  </a:lnTo>
                  <a:cubicBezTo>
                    <a:pt x="1307086" y="0"/>
                    <a:pt x="1320142" y="5408"/>
                    <a:pt x="1329769" y="15035"/>
                  </a:cubicBezTo>
                  <a:cubicBezTo>
                    <a:pt x="1339396" y="24662"/>
                    <a:pt x="1344804" y="37719"/>
                    <a:pt x="1344804" y="51333"/>
                  </a:cubicBezTo>
                  <a:lnTo>
                    <a:pt x="1344804" y="159780"/>
                  </a:lnTo>
                  <a:cubicBezTo>
                    <a:pt x="1344804" y="173394"/>
                    <a:pt x="1339396" y="186451"/>
                    <a:pt x="1329769" y="196078"/>
                  </a:cubicBezTo>
                  <a:cubicBezTo>
                    <a:pt x="1320142" y="205705"/>
                    <a:pt x="1307086" y="211113"/>
                    <a:pt x="1293471" y="211113"/>
                  </a:cubicBezTo>
                  <a:lnTo>
                    <a:pt x="51333" y="211113"/>
                  </a:lnTo>
                  <a:cubicBezTo>
                    <a:pt x="37719" y="211113"/>
                    <a:pt x="24662" y="205705"/>
                    <a:pt x="15035" y="196078"/>
                  </a:cubicBezTo>
                  <a:cubicBezTo>
                    <a:pt x="5408" y="186451"/>
                    <a:pt x="0" y="173394"/>
                    <a:pt x="0" y="159780"/>
                  </a:cubicBezTo>
                  <a:lnTo>
                    <a:pt x="0" y="51333"/>
                  </a:lnTo>
                  <a:cubicBezTo>
                    <a:pt x="0" y="37719"/>
                    <a:pt x="5408" y="24662"/>
                    <a:pt x="15035" y="15035"/>
                  </a:cubicBezTo>
                  <a:cubicBezTo>
                    <a:pt x="24662" y="5408"/>
                    <a:pt x="37719" y="0"/>
                    <a:pt x="51333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344804" cy="249213"/>
            </a:xfrm>
            <a:prstGeom prst="rect">
              <a:avLst/>
            </a:prstGeom>
          </p:spPr>
          <p:txBody>
            <a:bodyPr lIns="54043" tIns="54043" rIns="54043" bIns="5404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9854541" y="5969808"/>
            <a:ext cx="7067773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java.util.Collections:  Shuffle để xáo trộn danh sách số cần gán vào sudoku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9574857" y="7564027"/>
            <a:ext cx="7540846" cy="1183793"/>
            <a:chOff x="0" y="0"/>
            <a:chExt cx="1344804" cy="21111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344804" cy="211113"/>
            </a:xfrm>
            <a:custGeom>
              <a:avLst/>
              <a:gdLst/>
              <a:ahLst/>
              <a:cxnLst/>
              <a:rect l="l" t="t" r="r" b="b"/>
              <a:pathLst>
                <a:path w="1344804" h="211113">
                  <a:moveTo>
                    <a:pt x="51333" y="0"/>
                  </a:moveTo>
                  <a:lnTo>
                    <a:pt x="1293471" y="0"/>
                  </a:lnTo>
                  <a:cubicBezTo>
                    <a:pt x="1307086" y="0"/>
                    <a:pt x="1320142" y="5408"/>
                    <a:pt x="1329769" y="15035"/>
                  </a:cubicBezTo>
                  <a:cubicBezTo>
                    <a:pt x="1339396" y="24662"/>
                    <a:pt x="1344804" y="37719"/>
                    <a:pt x="1344804" y="51333"/>
                  </a:cubicBezTo>
                  <a:lnTo>
                    <a:pt x="1344804" y="159780"/>
                  </a:lnTo>
                  <a:cubicBezTo>
                    <a:pt x="1344804" y="173394"/>
                    <a:pt x="1339396" y="186451"/>
                    <a:pt x="1329769" y="196078"/>
                  </a:cubicBezTo>
                  <a:cubicBezTo>
                    <a:pt x="1320142" y="205705"/>
                    <a:pt x="1307086" y="211113"/>
                    <a:pt x="1293471" y="211113"/>
                  </a:cubicBezTo>
                  <a:lnTo>
                    <a:pt x="51333" y="211113"/>
                  </a:lnTo>
                  <a:cubicBezTo>
                    <a:pt x="37719" y="211113"/>
                    <a:pt x="24662" y="205705"/>
                    <a:pt x="15035" y="196078"/>
                  </a:cubicBezTo>
                  <a:cubicBezTo>
                    <a:pt x="5408" y="186451"/>
                    <a:pt x="0" y="173394"/>
                    <a:pt x="0" y="159780"/>
                  </a:cubicBezTo>
                  <a:lnTo>
                    <a:pt x="0" y="51333"/>
                  </a:lnTo>
                  <a:cubicBezTo>
                    <a:pt x="0" y="37719"/>
                    <a:pt x="5408" y="24662"/>
                    <a:pt x="15035" y="15035"/>
                  </a:cubicBezTo>
                  <a:cubicBezTo>
                    <a:pt x="24662" y="5408"/>
                    <a:pt x="37719" y="0"/>
                    <a:pt x="51333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1344804" cy="249213"/>
            </a:xfrm>
            <a:prstGeom prst="rect">
              <a:avLst/>
            </a:prstGeom>
          </p:spPr>
          <p:txBody>
            <a:bodyPr lIns="54043" tIns="54043" rIns="54043" bIns="5404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854541" y="7938754"/>
            <a:ext cx="7067773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java.nio.file và java.io: Sử dụng để lưu đề vào file</a:t>
            </a:r>
          </a:p>
        </p:txBody>
      </p:sp>
      <p:sp>
        <p:nvSpPr>
          <p:cNvPr id="42" name="AutoShape 42"/>
          <p:cNvSpPr/>
          <p:nvPr/>
        </p:nvSpPr>
        <p:spPr>
          <a:xfrm flipV="1">
            <a:off x="7928224" y="4548009"/>
            <a:ext cx="1600466" cy="18494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43" name="AutoShape 43"/>
          <p:cNvSpPr/>
          <p:nvPr/>
        </p:nvSpPr>
        <p:spPr>
          <a:xfrm flipV="1">
            <a:off x="7928224" y="6396528"/>
            <a:ext cx="1646633" cy="8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44" name="AutoShape 44"/>
          <p:cNvSpPr/>
          <p:nvPr/>
        </p:nvSpPr>
        <p:spPr>
          <a:xfrm>
            <a:off x="7928224" y="6397421"/>
            <a:ext cx="1646633" cy="175850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9" grpId="0"/>
      <p:bldP spid="20" grpId="0"/>
      <p:bldP spid="21" grpId="0"/>
      <p:bldP spid="22" grpId="0"/>
      <p:bldP spid="23" grpId="0" animBg="1"/>
      <p:bldP spid="24" grpId="0" animBg="1"/>
      <p:bldP spid="28" grpId="0" animBg="1"/>
      <p:bldP spid="32" grpId="0"/>
      <p:bldP spid="33" grpId="0"/>
      <p:bldP spid="37" grpId="0"/>
      <p:bldP spid="41" grpId="0"/>
      <p:bldP spid="42" grpId="0" animBg="1"/>
      <p:bldP spid="43" grpId="0" animBg="1"/>
      <p:bldP spid="4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-348772" y="3179034"/>
            <a:ext cx="2754945" cy="0"/>
          </a:xfrm>
          <a:prstGeom prst="line">
            <a:avLst/>
          </a:prstGeom>
          <a:ln w="28575" cap="flat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028700" y="2572190"/>
            <a:ext cx="6396023" cy="1272624"/>
            <a:chOff x="0" y="0"/>
            <a:chExt cx="1309173" cy="2604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09173" cy="260488"/>
            </a:xfrm>
            <a:custGeom>
              <a:avLst/>
              <a:gdLst/>
              <a:ahLst/>
              <a:cxnLst/>
              <a:rect l="l" t="t" r="r" b="b"/>
              <a:pathLst>
                <a:path w="1309173" h="260488">
                  <a:moveTo>
                    <a:pt x="121043" y="0"/>
                  </a:moveTo>
                  <a:lnTo>
                    <a:pt x="1188130" y="0"/>
                  </a:lnTo>
                  <a:cubicBezTo>
                    <a:pt x="1220232" y="0"/>
                    <a:pt x="1251020" y="12753"/>
                    <a:pt x="1273720" y="35453"/>
                  </a:cubicBezTo>
                  <a:cubicBezTo>
                    <a:pt x="1296420" y="58153"/>
                    <a:pt x="1309173" y="88940"/>
                    <a:pt x="1309173" y="121043"/>
                  </a:cubicBezTo>
                  <a:lnTo>
                    <a:pt x="1309173" y="139445"/>
                  </a:lnTo>
                  <a:cubicBezTo>
                    <a:pt x="1309173" y="206295"/>
                    <a:pt x="1254980" y="260488"/>
                    <a:pt x="1188130" y="260488"/>
                  </a:cubicBezTo>
                  <a:lnTo>
                    <a:pt x="121043" y="260488"/>
                  </a:lnTo>
                  <a:cubicBezTo>
                    <a:pt x="54193" y="260488"/>
                    <a:pt x="0" y="206295"/>
                    <a:pt x="0" y="139445"/>
                  </a:cubicBezTo>
                  <a:lnTo>
                    <a:pt x="0" y="121043"/>
                  </a:lnTo>
                  <a:cubicBezTo>
                    <a:pt x="0" y="54193"/>
                    <a:pt x="54193" y="0"/>
                    <a:pt x="121043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309173" cy="298588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201742" y="2728554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1177804" y="2687517"/>
            <a:ext cx="1011607" cy="1011607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504524" y="2616605"/>
            <a:ext cx="7347457" cy="1183793"/>
            <a:chOff x="0" y="0"/>
            <a:chExt cx="1310316" cy="21111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10316" cy="211113"/>
            </a:xfrm>
            <a:custGeom>
              <a:avLst/>
              <a:gdLst/>
              <a:ahLst/>
              <a:cxnLst/>
              <a:rect l="l" t="t" r="r" b="b"/>
              <a:pathLst>
                <a:path w="1310316" h="211113">
                  <a:moveTo>
                    <a:pt x="52684" y="0"/>
                  </a:moveTo>
                  <a:lnTo>
                    <a:pt x="1257632" y="0"/>
                  </a:lnTo>
                  <a:cubicBezTo>
                    <a:pt x="1286729" y="0"/>
                    <a:pt x="1310316" y="23588"/>
                    <a:pt x="1310316" y="52684"/>
                  </a:cubicBezTo>
                  <a:lnTo>
                    <a:pt x="1310316" y="158429"/>
                  </a:lnTo>
                  <a:cubicBezTo>
                    <a:pt x="1310316" y="187525"/>
                    <a:pt x="1286729" y="211113"/>
                    <a:pt x="1257632" y="211113"/>
                  </a:cubicBezTo>
                  <a:lnTo>
                    <a:pt x="52684" y="211113"/>
                  </a:lnTo>
                  <a:cubicBezTo>
                    <a:pt x="23588" y="211113"/>
                    <a:pt x="0" y="187525"/>
                    <a:pt x="0" y="158429"/>
                  </a:cubicBezTo>
                  <a:lnTo>
                    <a:pt x="0" y="52684"/>
                  </a:lnTo>
                  <a:cubicBezTo>
                    <a:pt x="0" y="23588"/>
                    <a:pt x="23588" y="0"/>
                    <a:pt x="52684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310316" cy="249213"/>
            </a:xfrm>
            <a:prstGeom prst="rect">
              <a:avLst/>
            </a:prstGeom>
          </p:spPr>
          <p:txBody>
            <a:bodyPr lIns="54043" tIns="54043" rIns="54043" bIns="5404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0" y="1125303"/>
            <a:ext cx="8817066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2. Ý tưởng &amp; Thuật toán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497460" y="2884969"/>
            <a:ext cx="475979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Ý tưởng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13084" y="2960705"/>
            <a:ext cx="741046" cy="392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  <a:spcBef>
                <a:spcPct val="0"/>
              </a:spcBef>
            </a:pPr>
            <a:r>
              <a:rPr lang="en-US" sz="2180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2.1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793732" y="2837962"/>
            <a:ext cx="6753141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Thực hiện quy trình ngược: Sinh một bài sudoku đầy đủ và loại bỏ ô để tạo ra đề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535713" y="414823"/>
            <a:ext cx="2109734" cy="359616"/>
            <a:chOff x="0" y="0"/>
            <a:chExt cx="2812979" cy="47948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56821" cy="479488"/>
            </a:xfrm>
            <a:custGeom>
              <a:avLst/>
              <a:gdLst/>
              <a:ahLst/>
              <a:cxnLst/>
              <a:rect l="l" t="t" r="r" b="b"/>
              <a:pathLst>
                <a:path w="456821" h="479488">
                  <a:moveTo>
                    <a:pt x="0" y="0"/>
                  </a:moveTo>
                  <a:lnTo>
                    <a:pt x="456821" y="0"/>
                  </a:lnTo>
                  <a:lnTo>
                    <a:pt x="456821" y="479488"/>
                  </a:lnTo>
                  <a:lnTo>
                    <a:pt x="0" y="479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4621" y="133959"/>
              <a:ext cx="2178358" cy="267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28</a:t>
            </a:r>
          </a:p>
        </p:txBody>
      </p:sp>
      <p:sp>
        <p:nvSpPr>
          <p:cNvPr id="27" name="AutoShape 27"/>
          <p:cNvSpPr/>
          <p:nvPr/>
        </p:nvSpPr>
        <p:spPr>
          <a:xfrm>
            <a:off x="-356207" y="7264461"/>
            <a:ext cx="2754945" cy="0"/>
          </a:xfrm>
          <a:prstGeom prst="line">
            <a:avLst/>
          </a:prstGeom>
          <a:ln w="28575" cap="flat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8" name="Group 28"/>
          <p:cNvGrpSpPr/>
          <p:nvPr/>
        </p:nvGrpSpPr>
        <p:grpSpPr>
          <a:xfrm>
            <a:off x="1021265" y="6657618"/>
            <a:ext cx="6396023" cy="1272624"/>
            <a:chOff x="0" y="0"/>
            <a:chExt cx="1309173" cy="26048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309173" cy="260488"/>
            </a:xfrm>
            <a:custGeom>
              <a:avLst/>
              <a:gdLst/>
              <a:ahLst/>
              <a:cxnLst/>
              <a:rect l="l" t="t" r="r" b="b"/>
              <a:pathLst>
                <a:path w="1309173" h="260488">
                  <a:moveTo>
                    <a:pt x="121043" y="0"/>
                  </a:moveTo>
                  <a:lnTo>
                    <a:pt x="1188130" y="0"/>
                  </a:lnTo>
                  <a:cubicBezTo>
                    <a:pt x="1220232" y="0"/>
                    <a:pt x="1251020" y="12753"/>
                    <a:pt x="1273720" y="35453"/>
                  </a:cubicBezTo>
                  <a:cubicBezTo>
                    <a:pt x="1296420" y="58153"/>
                    <a:pt x="1309173" y="88940"/>
                    <a:pt x="1309173" y="121043"/>
                  </a:cubicBezTo>
                  <a:lnTo>
                    <a:pt x="1309173" y="139445"/>
                  </a:lnTo>
                  <a:cubicBezTo>
                    <a:pt x="1309173" y="206295"/>
                    <a:pt x="1254980" y="260488"/>
                    <a:pt x="1188130" y="260488"/>
                  </a:cubicBezTo>
                  <a:lnTo>
                    <a:pt x="121043" y="260488"/>
                  </a:lnTo>
                  <a:cubicBezTo>
                    <a:pt x="54193" y="260488"/>
                    <a:pt x="0" y="206295"/>
                    <a:pt x="0" y="139445"/>
                  </a:cubicBezTo>
                  <a:lnTo>
                    <a:pt x="0" y="121043"/>
                  </a:lnTo>
                  <a:cubicBezTo>
                    <a:pt x="0" y="54193"/>
                    <a:pt x="54193" y="0"/>
                    <a:pt x="121043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309173" cy="298588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>
            <a:off x="1194307" y="6813982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2" name="Group 32"/>
          <p:cNvGrpSpPr/>
          <p:nvPr/>
        </p:nvGrpSpPr>
        <p:grpSpPr>
          <a:xfrm>
            <a:off x="1170369" y="6772945"/>
            <a:ext cx="1011607" cy="1011607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504524" y="4401721"/>
            <a:ext cx="7523265" cy="2625420"/>
            <a:chOff x="0" y="0"/>
            <a:chExt cx="1341669" cy="46820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341669" cy="468207"/>
            </a:xfrm>
            <a:custGeom>
              <a:avLst/>
              <a:gdLst/>
              <a:ahLst/>
              <a:cxnLst/>
              <a:rect l="l" t="t" r="r" b="b"/>
              <a:pathLst>
                <a:path w="1341669" h="468207">
                  <a:moveTo>
                    <a:pt x="51453" y="0"/>
                  </a:moveTo>
                  <a:lnTo>
                    <a:pt x="1290216" y="0"/>
                  </a:lnTo>
                  <a:cubicBezTo>
                    <a:pt x="1318633" y="0"/>
                    <a:pt x="1341669" y="23036"/>
                    <a:pt x="1341669" y="51453"/>
                  </a:cubicBezTo>
                  <a:lnTo>
                    <a:pt x="1341669" y="416754"/>
                  </a:lnTo>
                  <a:cubicBezTo>
                    <a:pt x="1341669" y="445171"/>
                    <a:pt x="1318633" y="468207"/>
                    <a:pt x="1290216" y="468207"/>
                  </a:cubicBezTo>
                  <a:lnTo>
                    <a:pt x="51453" y="468207"/>
                  </a:lnTo>
                  <a:cubicBezTo>
                    <a:pt x="23036" y="468207"/>
                    <a:pt x="0" y="445171"/>
                    <a:pt x="0" y="416754"/>
                  </a:cubicBezTo>
                  <a:lnTo>
                    <a:pt x="0" y="51453"/>
                  </a:lnTo>
                  <a:cubicBezTo>
                    <a:pt x="0" y="23036"/>
                    <a:pt x="23036" y="0"/>
                    <a:pt x="51453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341669" cy="506307"/>
            </a:xfrm>
            <a:prstGeom prst="rect">
              <a:avLst/>
            </a:prstGeom>
          </p:spPr>
          <p:txBody>
            <a:bodyPr lIns="54043" tIns="54043" rIns="54043" bIns="5404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2490025" y="6970397"/>
            <a:ext cx="475979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Thuật toán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05649" y="7046133"/>
            <a:ext cx="741046" cy="392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  <a:spcBef>
                <a:spcPct val="0"/>
              </a:spcBef>
            </a:pPr>
            <a:r>
              <a:rPr lang="en-US" sz="2180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2.2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793732" y="4623078"/>
            <a:ext cx="7058248" cy="2072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Sinh bài sudoku đầy đủ: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Sử dụng thuật toán Backtracking (Quay lui) để tạo ra một sudoku đầy đủ 81 ô số.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Các số được sắp xếp ngẫu nhiên để tăng tính đa dạng đề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8504524" y="7436078"/>
            <a:ext cx="7523265" cy="2625420"/>
            <a:chOff x="0" y="0"/>
            <a:chExt cx="1341669" cy="468207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341669" cy="468207"/>
            </a:xfrm>
            <a:custGeom>
              <a:avLst/>
              <a:gdLst/>
              <a:ahLst/>
              <a:cxnLst/>
              <a:rect l="l" t="t" r="r" b="b"/>
              <a:pathLst>
                <a:path w="1341669" h="468207">
                  <a:moveTo>
                    <a:pt x="51453" y="0"/>
                  </a:moveTo>
                  <a:lnTo>
                    <a:pt x="1290216" y="0"/>
                  </a:lnTo>
                  <a:cubicBezTo>
                    <a:pt x="1318633" y="0"/>
                    <a:pt x="1341669" y="23036"/>
                    <a:pt x="1341669" y="51453"/>
                  </a:cubicBezTo>
                  <a:lnTo>
                    <a:pt x="1341669" y="416754"/>
                  </a:lnTo>
                  <a:cubicBezTo>
                    <a:pt x="1341669" y="445171"/>
                    <a:pt x="1318633" y="468207"/>
                    <a:pt x="1290216" y="468207"/>
                  </a:cubicBezTo>
                  <a:lnTo>
                    <a:pt x="51453" y="468207"/>
                  </a:lnTo>
                  <a:cubicBezTo>
                    <a:pt x="23036" y="468207"/>
                    <a:pt x="0" y="445171"/>
                    <a:pt x="0" y="416754"/>
                  </a:cubicBezTo>
                  <a:lnTo>
                    <a:pt x="0" y="51453"/>
                  </a:lnTo>
                  <a:cubicBezTo>
                    <a:pt x="0" y="23036"/>
                    <a:pt x="23036" y="0"/>
                    <a:pt x="51453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1341669" cy="506307"/>
            </a:xfrm>
            <a:prstGeom prst="rect">
              <a:avLst/>
            </a:prstGeom>
          </p:spPr>
          <p:txBody>
            <a:bodyPr lIns="54043" tIns="54043" rIns="54043" bIns="5404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8793732" y="7657435"/>
            <a:ext cx="6753141" cy="2072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Tạo đề bài: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Sau khi có một sudoku đầy đủ, thực hiện xóa bỏ một số ô để tạo thành đề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Chọn ngẫu nhiên các vị trí và gán giá trị của chúng về 0.</a:t>
            </a:r>
          </a:p>
        </p:txBody>
      </p:sp>
      <p:sp>
        <p:nvSpPr>
          <p:cNvPr id="45" name="AutoShape 45"/>
          <p:cNvSpPr/>
          <p:nvPr/>
        </p:nvSpPr>
        <p:spPr>
          <a:xfrm flipV="1">
            <a:off x="7462226" y="3208502"/>
            <a:ext cx="104229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46" name="AutoShape 46"/>
          <p:cNvSpPr/>
          <p:nvPr/>
        </p:nvSpPr>
        <p:spPr>
          <a:xfrm flipV="1">
            <a:off x="7345074" y="5629446"/>
            <a:ext cx="1235687" cy="163501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47" name="AutoShape 47"/>
          <p:cNvSpPr/>
          <p:nvPr/>
        </p:nvSpPr>
        <p:spPr>
          <a:xfrm>
            <a:off x="7345074" y="7283511"/>
            <a:ext cx="1253268" cy="15119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9" grpId="0"/>
      <p:bldP spid="20" grpId="0"/>
      <p:bldP spid="21" grpId="0"/>
      <p:bldP spid="22" grpId="0"/>
      <p:bldP spid="26" grpId="0"/>
      <p:bldP spid="27" grpId="0" animBg="1"/>
      <p:bldP spid="31" grpId="0" animBg="1"/>
      <p:bldP spid="38" grpId="0"/>
      <p:bldP spid="39" grpId="0"/>
      <p:bldP spid="40" grpId="0"/>
      <p:bldP spid="44" grpId="0"/>
      <p:bldP spid="45" grpId="0" animBg="1"/>
      <p:bldP spid="46" grpId="0" animBg="1"/>
      <p:bldP spid="4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2258" y="3797775"/>
            <a:ext cx="7347457" cy="1183793"/>
            <a:chOff x="0" y="0"/>
            <a:chExt cx="1310316" cy="2111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0316" cy="211113"/>
            </a:xfrm>
            <a:custGeom>
              <a:avLst/>
              <a:gdLst/>
              <a:ahLst/>
              <a:cxnLst/>
              <a:rect l="l" t="t" r="r" b="b"/>
              <a:pathLst>
                <a:path w="1310316" h="211113">
                  <a:moveTo>
                    <a:pt x="52684" y="0"/>
                  </a:moveTo>
                  <a:lnTo>
                    <a:pt x="1257632" y="0"/>
                  </a:lnTo>
                  <a:cubicBezTo>
                    <a:pt x="1286729" y="0"/>
                    <a:pt x="1310316" y="23588"/>
                    <a:pt x="1310316" y="52684"/>
                  </a:cubicBezTo>
                  <a:lnTo>
                    <a:pt x="1310316" y="158429"/>
                  </a:lnTo>
                  <a:cubicBezTo>
                    <a:pt x="1310316" y="187525"/>
                    <a:pt x="1286729" y="211113"/>
                    <a:pt x="1257632" y="211113"/>
                  </a:cubicBezTo>
                  <a:lnTo>
                    <a:pt x="52684" y="211113"/>
                  </a:lnTo>
                  <a:cubicBezTo>
                    <a:pt x="23588" y="211113"/>
                    <a:pt x="0" y="187525"/>
                    <a:pt x="0" y="158429"/>
                  </a:cubicBezTo>
                  <a:lnTo>
                    <a:pt x="0" y="52684"/>
                  </a:lnTo>
                  <a:cubicBezTo>
                    <a:pt x="0" y="23588"/>
                    <a:pt x="23588" y="0"/>
                    <a:pt x="52684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10316" cy="249213"/>
            </a:xfrm>
            <a:prstGeom prst="rect">
              <a:avLst/>
            </a:prstGeom>
          </p:spPr>
          <p:txBody>
            <a:bodyPr lIns="54043" tIns="54043" rIns="54043" bIns="5404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-1156084" y="2608120"/>
            <a:ext cx="2754945" cy="0"/>
          </a:xfrm>
          <a:prstGeom prst="line">
            <a:avLst/>
          </a:prstGeom>
          <a:ln w="28575" cap="flat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438150" y="2001276"/>
            <a:ext cx="7771564" cy="1272624"/>
            <a:chOff x="0" y="0"/>
            <a:chExt cx="1590726" cy="2604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90726" cy="260488"/>
            </a:xfrm>
            <a:custGeom>
              <a:avLst/>
              <a:gdLst/>
              <a:ahLst/>
              <a:cxnLst/>
              <a:rect l="l" t="t" r="r" b="b"/>
              <a:pathLst>
                <a:path w="1590726" h="260488">
                  <a:moveTo>
                    <a:pt x="99619" y="0"/>
                  </a:moveTo>
                  <a:lnTo>
                    <a:pt x="1491107" y="0"/>
                  </a:lnTo>
                  <a:cubicBezTo>
                    <a:pt x="1546125" y="0"/>
                    <a:pt x="1590726" y="44601"/>
                    <a:pt x="1590726" y="99619"/>
                  </a:cubicBezTo>
                  <a:lnTo>
                    <a:pt x="1590726" y="160869"/>
                  </a:lnTo>
                  <a:cubicBezTo>
                    <a:pt x="1590726" y="187290"/>
                    <a:pt x="1580230" y="212628"/>
                    <a:pt x="1561548" y="231310"/>
                  </a:cubicBezTo>
                  <a:cubicBezTo>
                    <a:pt x="1542866" y="249992"/>
                    <a:pt x="1517528" y="260488"/>
                    <a:pt x="1491107" y="260488"/>
                  </a:cubicBezTo>
                  <a:lnTo>
                    <a:pt x="99619" y="260488"/>
                  </a:lnTo>
                  <a:cubicBezTo>
                    <a:pt x="73198" y="260488"/>
                    <a:pt x="47860" y="249992"/>
                    <a:pt x="29178" y="231310"/>
                  </a:cubicBezTo>
                  <a:cubicBezTo>
                    <a:pt x="10495" y="212628"/>
                    <a:pt x="0" y="187290"/>
                    <a:pt x="0" y="160869"/>
                  </a:cubicBezTo>
                  <a:lnTo>
                    <a:pt x="0" y="99619"/>
                  </a:lnTo>
                  <a:cubicBezTo>
                    <a:pt x="0" y="73198"/>
                    <a:pt x="10495" y="47860"/>
                    <a:pt x="29178" y="29178"/>
                  </a:cubicBezTo>
                  <a:cubicBezTo>
                    <a:pt x="47860" y="10495"/>
                    <a:pt x="73198" y="0"/>
                    <a:pt x="99619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590726" cy="298588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611192" y="2157640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587254" y="2116604"/>
            <a:ext cx="1011607" cy="1011607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44784" y="5505443"/>
            <a:ext cx="7347457" cy="1183793"/>
            <a:chOff x="0" y="0"/>
            <a:chExt cx="1310316" cy="21111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10316" cy="211113"/>
            </a:xfrm>
            <a:custGeom>
              <a:avLst/>
              <a:gdLst/>
              <a:ahLst/>
              <a:cxnLst/>
              <a:rect l="l" t="t" r="r" b="b"/>
              <a:pathLst>
                <a:path w="1310316" h="211113">
                  <a:moveTo>
                    <a:pt x="52684" y="0"/>
                  </a:moveTo>
                  <a:lnTo>
                    <a:pt x="1257632" y="0"/>
                  </a:lnTo>
                  <a:cubicBezTo>
                    <a:pt x="1286729" y="0"/>
                    <a:pt x="1310316" y="23588"/>
                    <a:pt x="1310316" y="52684"/>
                  </a:cubicBezTo>
                  <a:lnTo>
                    <a:pt x="1310316" y="158429"/>
                  </a:lnTo>
                  <a:cubicBezTo>
                    <a:pt x="1310316" y="187525"/>
                    <a:pt x="1286729" y="211113"/>
                    <a:pt x="1257632" y="211113"/>
                  </a:cubicBezTo>
                  <a:lnTo>
                    <a:pt x="52684" y="211113"/>
                  </a:lnTo>
                  <a:cubicBezTo>
                    <a:pt x="23588" y="211113"/>
                    <a:pt x="0" y="187525"/>
                    <a:pt x="0" y="158429"/>
                  </a:cubicBezTo>
                  <a:lnTo>
                    <a:pt x="0" y="52684"/>
                  </a:lnTo>
                  <a:cubicBezTo>
                    <a:pt x="0" y="23588"/>
                    <a:pt x="23588" y="0"/>
                    <a:pt x="52684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310316" cy="249213"/>
            </a:xfrm>
            <a:prstGeom prst="rect">
              <a:avLst/>
            </a:prstGeom>
          </p:spPr>
          <p:txBody>
            <a:bodyPr lIns="54043" tIns="54043" rIns="54043" bIns="5404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535713" y="281473"/>
            <a:ext cx="342616" cy="359616"/>
          </a:xfrm>
          <a:custGeom>
            <a:avLst/>
            <a:gdLst/>
            <a:ahLst/>
            <a:cxnLst/>
            <a:rect l="l" t="t" r="r" b="b"/>
            <a:pathLst>
              <a:path w="342616" h="359616">
                <a:moveTo>
                  <a:pt x="0" y="0"/>
                </a:moveTo>
                <a:lnTo>
                  <a:pt x="342616" y="0"/>
                </a:lnTo>
                <a:lnTo>
                  <a:pt x="342616" y="359616"/>
                </a:lnTo>
                <a:lnTo>
                  <a:pt x="0" y="3596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844784" y="8706509"/>
            <a:ext cx="7347457" cy="1183793"/>
            <a:chOff x="0" y="0"/>
            <a:chExt cx="1310316" cy="21111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10316" cy="211113"/>
            </a:xfrm>
            <a:custGeom>
              <a:avLst/>
              <a:gdLst/>
              <a:ahLst/>
              <a:cxnLst/>
              <a:rect l="l" t="t" r="r" b="b"/>
              <a:pathLst>
                <a:path w="1310316" h="211113">
                  <a:moveTo>
                    <a:pt x="52684" y="0"/>
                  </a:moveTo>
                  <a:lnTo>
                    <a:pt x="1257632" y="0"/>
                  </a:lnTo>
                  <a:cubicBezTo>
                    <a:pt x="1286729" y="0"/>
                    <a:pt x="1310316" y="23588"/>
                    <a:pt x="1310316" y="52684"/>
                  </a:cubicBezTo>
                  <a:lnTo>
                    <a:pt x="1310316" y="158429"/>
                  </a:lnTo>
                  <a:cubicBezTo>
                    <a:pt x="1310316" y="187525"/>
                    <a:pt x="1286729" y="211113"/>
                    <a:pt x="1257632" y="211113"/>
                  </a:cubicBezTo>
                  <a:lnTo>
                    <a:pt x="52684" y="211113"/>
                  </a:lnTo>
                  <a:cubicBezTo>
                    <a:pt x="23588" y="211113"/>
                    <a:pt x="0" y="187525"/>
                    <a:pt x="0" y="158429"/>
                  </a:cubicBezTo>
                  <a:lnTo>
                    <a:pt x="0" y="52684"/>
                  </a:lnTo>
                  <a:cubicBezTo>
                    <a:pt x="0" y="23588"/>
                    <a:pt x="23588" y="0"/>
                    <a:pt x="52684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310316" cy="249213"/>
            </a:xfrm>
            <a:prstGeom prst="rect">
              <a:avLst/>
            </a:prstGeom>
          </p:spPr>
          <p:txBody>
            <a:bodyPr lIns="54043" tIns="54043" rIns="54043" bIns="5404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20676" y="6910010"/>
            <a:ext cx="7771564" cy="1272624"/>
            <a:chOff x="0" y="0"/>
            <a:chExt cx="1590726" cy="26048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90726" cy="260488"/>
            </a:xfrm>
            <a:custGeom>
              <a:avLst/>
              <a:gdLst/>
              <a:ahLst/>
              <a:cxnLst/>
              <a:rect l="l" t="t" r="r" b="b"/>
              <a:pathLst>
                <a:path w="1590726" h="260488">
                  <a:moveTo>
                    <a:pt x="99619" y="0"/>
                  </a:moveTo>
                  <a:lnTo>
                    <a:pt x="1491107" y="0"/>
                  </a:lnTo>
                  <a:cubicBezTo>
                    <a:pt x="1546125" y="0"/>
                    <a:pt x="1590726" y="44601"/>
                    <a:pt x="1590726" y="99619"/>
                  </a:cubicBezTo>
                  <a:lnTo>
                    <a:pt x="1590726" y="160869"/>
                  </a:lnTo>
                  <a:cubicBezTo>
                    <a:pt x="1590726" y="187290"/>
                    <a:pt x="1580230" y="212628"/>
                    <a:pt x="1561548" y="231310"/>
                  </a:cubicBezTo>
                  <a:cubicBezTo>
                    <a:pt x="1542866" y="249992"/>
                    <a:pt x="1517528" y="260488"/>
                    <a:pt x="1491107" y="260488"/>
                  </a:cubicBezTo>
                  <a:lnTo>
                    <a:pt x="99619" y="260488"/>
                  </a:lnTo>
                  <a:cubicBezTo>
                    <a:pt x="73198" y="260488"/>
                    <a:pt x="47860" y="249992"/>
                    <a:pt x="29178" y="231310"/>
                  </a:cubicBezTo>
                  <a:cubicBezTo>
                    <a:pt x="10495" y="212628"/>
                    <a:pt x="0" y="187290"/>
                    <a:pt x="0" y="160869"/>
                  </a:cubicBezTo>
                  <a:lnTo>
                    <a:pt x="0" y="99619"/>
                  </a:lnTo>
                  <a:cubicBezTo>
                    <a:pt x="0" y="73198"/>
                    <a:pt x="10495" y="47860"/>
                    <a:pt x="29178" y="29178"/>
                  </a:cubicBezTo>
                  <a:cubicBezTo>
                    <a:pt x="47860" y="10495"/>
                    <a:pt x="73198" y="0"/>
                    <a:pt x="99619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590726" cy="298588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593718" y="7066373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569780" y="7025337"/>
            <a:ext cx="1011607" cy="1011607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9144000" y="2608120"/>
            <a:ext cx="8115300" cy="6488068"/>
          </a:xfrm>
          <a:custGeom>
            <a:avLst/>
            <a:gdLst/>
            <a:ahLst/>
            <a:cxnLst/>
            <a:rect l="l" t="t" r="r" b="b"/>
            <a:pathLst>
              <a:path w="8115300" h="6488068">
                <a:moveTo>
                  <a:pt x="0" y="0"/>
                </a:moveTo>
                <a:lnTo>
                  <a:pt x="8115300" y="0"/>
                </a:lnTo>
                <a:lnTo>
                  <a:pt x="8115300" y="6488067"/>
                </a:lnTo>
                <a:lnTo>
                  <a:pt x="0" y="64880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0" y="666750"/>
            <a:ext cx="8817066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3. Các điều kiện của đề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1941" y="3921600"/>
            <a:ext cx="6753141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Khi sinh sudoku đầy đủ, thuật toán Backtracking liên tục gọi hàm isValidNumber()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50443" y="2314056"/>
            <a:ext cx="594463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Tuân thủ quy tắc đề sudoku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22534" y="2389791"/>
            <a:ext cx="741046" cy="398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sz="2182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3.1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24467" y="5686601"/>
            <a:ext cx="6753141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Hàm kiểm tra kỹ 3 quy tắc sudoku trước khi điền bất kỳ số nào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29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24467" y="8871685"/>
            <a:ext cx="6753141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Thực hiện tạo đề từ một sudoku đầy đủ nên luôn đảm bảo đề có ít nhất 1 nghiệm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932969" y="7222789"/>
            <a:ext cx="594463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Có ít nhất 1 nghiệm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05060" y="7298525"/>
            <a:ext cx="741046" cy="398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sz="2182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3.2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6" grpId="0" animBg="1"/>
      <p:bldP spid="23" grpId="0" animBg="1"/>
      <p:bldP spid="27" grpId="0" animBg="1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08604" y="4075353"/>
            <a:ext cx="7735396" cy="983768"/>
            <a:chOff x="0" y="0"/>
            <a:chExt cx="1379500" cy="17544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79500" cy="175441"/>
            </a:xfrm>
            <a:custGeom>
              <a:avLst/>
              <a:gdLst/>
              <a:ahLst/>
              <a:cxnLst/>
              <a:rect l="l" t="t" r="r" b="b"/>
              <a:pathLst>
                <a:path w="1379500" h="175441">
                  <a:moveTo>
                    <a:pt x="50042" y="0"/>
                  </a:moveTo>
                  <a:lnTo>
                    <a:pt x="1329458" y="0"/>
                  </a:lnTo>
                  <a:cubicBezTo>
                    <a:pt x="1357095" y="0"/>
                    <a:pt x="1379500" y="22405"/>
                    <a:pt x="1379500" y="50042"/>
                  </a:cubicBezTo>
                  <a:lnTo>
                    <a:pt x="1379500" y="125399"/>
                  </a:lnTo>
                  <a:cubicBezTo>
                    <a:pt x="1379500" y="153037"/>
                    <a:pt x="1357095" y="175441"/>
                    <a:pt x="1329458" y="175441"/>
                  </a:cubicBezTo>
                  <a:lnTo>
                    <a:pt x="50042" y="175441"/>
                  </a:lnTo>
                  <a:cubicBezTo>
                    <a:pt x="22405" y="175441"/>
                    <a:pt x="0" y="153037"/>
                    <a:pt x="0" y="125399"/>
                  </a:cubicBezTo>
                  <a:lnTo>
                    <a:pt x="0" y="50042"/>
                  </a:lnTo>
                  <a:cubicBezTo>
                    <a:pt x="0" y="22405"/>
                    <a:pt x="22405" y="0"/>
                    <a:pt x="50042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79500" cy="213541"/>
            </a:xfrm>
            <a:prstGeom prst="rect">
              <a:avLst/>
            </a:prstGeom>
          </p:spPr>
          <p:txBody>
            <a:bodyPr lIns="54043" tIns="54043" rIns="54043" bIns="5404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>
            <a:off x="-354561" y="3081854"/>
            <a:ext cx="2754945" cy="0"/>
          </a:xfrm>
          <a:prstGeom prst="line">
            <a:avLst/>
          </a:prstGeom>
          <a:ln w="28575" cap="flat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1028700" y="2459829"/>
            <a:ext cx="6602981" cy="1272624"/>
            <a:chOff x="0" y="0"/>
            <a:chExt cx="1351534" cy="2604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51534" cy="260488"/>
            </a:xfrm>
            <a:custGeom>
              <a:avLst/>
              <a:gdLst/>
              <a:ahLst/>
              <a:cxnLst/>
              <a:rect l="l" t="t" r="r" b="b"/>
              <a:pathLst>
                <a:path w="1351534" h="260488">
                  <a:moveTo>
                    <a:pt x="117249" y="0"/>
                  </a:moveTo>
                  <a:lnTo>
                    <a:pt x="1234285" y="0"/>
                  </a:lnTo>
                  <a:cubicBezTo>
                    <a:pt x="1299040" y="0"/>
                    <a:pt x="1351534" y="52494"/>
                    <a:pt x="1351534" y="117249"/>
                  </a:cubicBezTo>
                  <a:lnTo>
                    <a:pt x="1351534" y="143239"/>
                  </a:lnTo>
                  <a:cubicBezTo>
                    <a:pt x="1351534" y="207993"/>
                    <a:pt x="1299040" y="260488"/>
                    <a:pt x="1234285" y="260488"/>
                  </a:cubicBezTo>
                  <a:lnTo>
                    <a:pt x="117249" y="260488"/>
                  </a:lnTo>
                  <a:cubicBezTo>
                    <a:pt x="52494" y="260488"/>
                    <a:pt x="0" y="207993"/>
                    <a:pt x="0" y="143239"/>
                  </a:cubicBezTo>
                  <a:lnTo>
                    <a:pt x="0" y="117249"/>
                  </a:lnTo>
                  <a:cubicBezTo>
                    <a:pt x="0" y="52494"/>
                    <a:pt x="52494" y="0"/>
                    <a:pt x="117249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351534" cy="298588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201742" y="2616193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1177804" y="2575157"/>
            <a:ext cx="1011607" cy="1011607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91130" y="5478222"/>
            <a:ext cx="7752870" cy="1193004"/>
            <a:chOff x="0" y="0"/>
            <a:chExt cx="1382616" cy="21275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82616" cy="212756"/>
            </a:xfrm>
            <a:custGeom>
              <a:avLst/>
              <a:gdLst/>
              <a:ahLst/>
              <a:cxnLst/>
              <a:rect l="l" t="t" r="r" b="b"/>
              <a:pathLst>
                <a:path w="1382616" h="212756">
                  <a:moveTo>
                    <a:pt x="49929" y="0"/>
                  </a:moveTo>
                  <a:lnTo>
                    <a:pt x="1332687" y="0"/>
                  </a:lnTo>
                  <a:cubicBezTo>
                    <a:pt x="1360262" y="0"/>
                    <a:pt x="1382616" y="22354"/>
                    <a:pt x="1382616" y="49929"/>
                  </a:cubicBezTo>
                  <a:lnTo>
                    <a:pt x="1382616" y="162826"/>
                  </a:lnTo>
                  <a:cubicBezTo>
                    <a:pt x="1382616" y="190402"/>
                    <a:pt x="1360262" y="212756"/>
                    <a:pt x="1332687" y="212756"/>
                  </a:cubicBezTo>
                  <a:lnTo>
                    <a:pt x="49929" y="212756"/>
                  </a:lnTo>
                  <a:cubicBezTo>
                    <a:pt x="36687" y="212756"/>
                    <a:pt x="23988" y="207495"/>
                    <a:pt x="14624" y="198132"/>
                  </a:cubicBezTo>
                  <a:cubicBezTo>
                    <a:pt x="5260" y="188768"/>
                    <a:pt x="0" y="176068"/>
                    <a:pt x="0" y="162826"/>
                  </a:cubicBezTo>
                  <a:lnTo>
                    <a:pt x="0" y="49929"/>
                  </a:lnTo>
                  <a:cubicBezTo>
                    <a:pt x="0" y="22354"/>
                    <a:pt x="22354" y="0"/>
                    <a:pt x="49929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382616" cy="250856"/>
            </a:xfrm>
            <a:prstGeom prst="rect">
              <a:avLst/>
            </a:prstGeom>
          </p:spPr>
          <p:txBody>
            <a:bodyPr lIns="54043" tIns="54043" rIns="54043" bIns="5404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535713" y="414823"/>
            <a:ext cx="342616" cy="359616"/>
          </a:xfrm>
          <a:custGeom>
            <a:avLst/>
            <a:gdLst/>
            <a:ahLst/>
            <a:cxnLst/>
            <a:rect l="l" t="t" r="r" b="b"/>
            <a:pathLst>
              <a:path w="342616" h="359616">
                <a:moveTo>
                  <a:pt x="0" y="0"/>
                </a:moveTo>
                <a:lnTo>
                  <a:pt x="342616" y="0"/>
                </a:lnTo>
                <a:lnTo>
                  <a:pt x="342616" y="359616"/>
                </a:lnTo>
                <a:lnTo>
                  <a:pt x="0" y="3596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9629775" y="2459829"/>
            <a:ext cx="8025046" cy="6149061"/>
          </a:xfrm>
          <a:custGeom>
            <a:avLst/>
            <a:gdLst/>
            <a:ahLst/>
            <a:cxnLst/>
            <a:rect l="l" t="t" r="r" b="b"/>
            <a:pathLst>
              <a:path w="8025046" h="6149061">
                <a:moveTo>
                  <a:pt x="0" y="0"/>
                </a:moveTo>
                <a:lnTo>
                  <a:pt x="8025046" y="0"/>
                </a:lnTo>
                <a:lnTo>
                  <a:pt x="8025046" y="6149061"/>
                </a:lnTo>
                <a:lnTo>
                  <a:pt x="0" y="61490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0" y="1125303"/>
            <a:ext cx="8817066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4. Tối ưu hiệu năng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15106" y="4140517"/>
            <a:ext cx="7040954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Tự động loại bỏ nhánh sai, nên sinh một sudoku đầy đủ rất nhanh.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540993" y="2758321"/>
            <a:ext cx="494468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Sử dụng Backtracking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13084" y="2848344"/>
            <a:ext cx="741046" cy="398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sz="2182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4.1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15106" y="5659197"/>
            <a:ext cx="7101960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Đáp ứng chính xác yêu cầu có nghiệm bằng cách loại bỏ ô không làm thừa bước kiểm tra tốn kém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344075" y="8629650"/>
            <a:ext cx="7735396" cy="983768"/>
            <a:chOff x="0" y="0"/>
            <a:chExt cx="1379500" cy="17544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379500" cy="175441"/>
            </a:xfrm>
            <a:custGeom>
              <a:avLst/>
              <a:gdLst/>
              <a:ahLst/>
              <a:cxnLst/>
              <a:rect l="l" t="t" r="r" b="b"/>
              <a:pathLst>
                <a:path w="1379500" h="175441">
                  <a:moveTo>
                    <a:pt x="50042" y="0"/>
                  </a:moveTo>
                  <a:lnTo>
                    <a:pt x="1329458" y="0"/>
                  </a:lnTo>
                  <a:cubicBezTo>
                    <a:pt x="1357095" y="0"/>
                    <a:pt x="1379500" y="22405"/>
                    <a:pt x="1379500" y="50042"/>
                  </a:cubicBezTo>
                  <a:lnTo>
                    <a:pt x="1379500" y="125399"/>
                  </a:lnTo>
                  <a:cubicBezTo>
                    <a:pt x="1379500" y="153037"/>
                    <a:pt x="1357095" y="175441"/>
                    <a:pt x="1329458" y="175441"/>
                  </a:cubicBezTo>
                  <a:lnTo>
                    <a:pt x="50042" y="175441"/>
                  </a:lnTo>
                  <a:cubicBezTo>
                    <a:pt x="22405" y="175441"/>
                    <a:pt x="0" y="153037"/>
                    <a:pt x="0" y="125399"/>
                  </a:cubicBezTo>
                  <a:lnTo>
                    <a:pt x="0" y="50042"/>
                  </a:lnTo>
                  <a:cubicBezTo>
                    <a:pt x="0" y="22405"/>
                    <a:pt x="22405" y="0"/>
                    <a:pt x="50042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379500" cy="213541"/>
            </a:xfrm>
            <a:prstGeom prst="rect">
              <a:avLst/>
            </a:prstGeom>
          </p:spPr>
          <p:txBody>
            <a:bodyPr lIns="54043" tIns="54043" rIns="54043" bIns="5404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AutoShape 32"/>
          <p:cNvSpPr/>
          <p:nvPr/>
        </p:nvSpPr>
        <p:spPr>
          <a:xfrm>
            <a:off x="-419090" y="7636151"/>
            <a:ext cx="2754945" cy="0"/>
          </a:xfrm>
          <a:prstGeom prst="line">
            <a:avLst/>
          </a:prstGeom>
          <a:ln w="28575" cap="flat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3" name="Group 33"/>
          <p:cNvGrpSpPr/>
          <p:nvPr/>
        </p:nvGrpSpPr>
        <p:grpSpPr>
          <a:xfrm>
            <a:off x="964171" y="7014126"/>
            <a:ext cx="6602981" cy="1272624"/>
            <a:chOff x="0" y="0"/>
            <a:chExt cx="1351534" cy="26048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351534" cy="260488"/>
            </a:xfrm>
            <a:custGeom>
              <a:avLst/>
              <a:gdLst/>
              <a:ahLst/>
              <a:cxnLst/>
              <a:rect l="l" t="t" r="r" b="b"/>
              <a:pathLst>
                <a:path w="1351534" h="260488">
                  <a:moveTo>
                    <a:pt x="117249" y="0"/>
                  </a:moveTo>
                  <a:lnTo>
                    <a:pt x="1234285" y="0"/>
                  </a:lnTo>
                  <a:cubicBezTo>
                    <a:pt x="1299040" y="0"/>
                    <a:pt x="1351534" y="52494"/>
                    <a:pt x="1351534" y="117249"/>
                  </a:cubicBezTo>
                  <a:lnTo>
                    <a:pt x="1351534" y="143239"/>
                  </a:lnTo>
                  <a:cubicBezTo>
                    <a:pt x="1351534" y="207993"/>
                    <a:pt x="1299040" y="260488"/>
                    <a:pt x="1234285" y="260488"/>
                  </a:cubicBezTo>
                  <a:lnTo>
                    <a:pt x="117249" y="260488"/>
                  </a:lnTo>
                  <a:cubicBezTo>
                    <a:pt x="52494" y="260488"/>
                    <a:pt x="0" y="207993"/>
                    <a:pt x="0" y="143239"/>
                  </a:cubicBezTo>
                  <a:lnTo>
                    <a:pt x="0" y="117249"/>
                  </a:lnTo>
                  <a:cubicBezTo>
                    <a:pt x="0" y="52494"/>
                    <a:pt x="52494" y="0"/>
                    <a:pt x="117249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351534" cy="298588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6" name="Freeform 36"/>
          <p:cNvSpPr/>
          <p:nvPr/>
        </p:nvSpPr>
        <p:spPr>
          <a:xfrm>
            <a:off x="1137213" y="7170490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7" name="Group 37"/>
          <p:cNvGrpSpPr/>
          <p:nvPr/>
        </p:nvGrpSpPr>
        <p:grpSpPr>
          <a:xfrm>
            <a:off x="1113275" y="7129453"/>
            <a:ext cx="1011607" cy="1011607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650577" y="8694814"/>
            <a:ext cx="7493423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Dùng BufferedWriter để gom nhiều lệnh ghi thành một lệnh lớn, giúp giảm số lần truy cập I/O file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476464" y="7312618"/>
            <a:ext cx="494468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Ghi File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48555" y="7402641"/>
            <a:ext cx="741046" cy="398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sz="2182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4.2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  <p:bldP spid="22" grpId="0" animBg="1"/>
      <p:bldP spid="23" grpId="0" animBg="1"/>
      <p:bldP spid="24" grpId="0"/>
      <p:bldP spid="25" grpId="0"/>
      <p:bldP spid="26" grpId="0"/>
      <p:bldP spid="27" grpId="0"/>
      <p:bldP spid="28" grpId="0"/>
      <p:bldP spid="32" grpId="0" animBg="1"/>
      <p:bldP spid="36" grpId="0" animBg="1"/>
      <p:bldP spid="40" grpId="0"/>
      <p:bldP spid="41" grpId="0"/>
      <p:bldP spid="4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77804" y="6585927"/>
            <a:ext cx="7347457" cy="1467096"/>
            <a:chOff x="0" y="0"/>
            <a:chExt cx="1310316" cy="261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0316" cy="261636"/>
            </a:xfrm>
            <a:custGeom>
              <a:avLst/>
              <a:gdLst/>
              <a:ahLst/>
              <a:cxnLst/>
              <a:rect l="l" t="t" r="r" b="b"/>
              <a:pathLst>
                <a:path w="1310316" h="261636">
                  <a:moveTo>
                    <a:pt x="52684" y="0"/>
                  </a:moveTo>
                  <a:lnTo>
                    <a:pt x="1257632" y="0"/>
                  </a:lnTo>
                  <a:cubicBezTo>
                    <a:pt x="1286729" y="0"/>
                    <a:pt x="1310316" y="23588"/>
                    <a:pt x="1310316" y="52684"/>
                  </a:cubicBezTo>
                  <a:lnTo>
                    <a:pt x="1310316" y="208952"/>
                  </a:lnTo>
                  <a:cubicBezTo>
                    <a:pt x="1310316" y="238049"/>
                    <a:pt x="1286729" y="261636"/>
                    <a:pt x="1257632" y="261636"/>
                  </a:cubicBezTo>
                  <a:lnTo>
                    <a:pt x="52684" y="261636"/>
                  </a:lnTo>
                  <a:cubicBezTo>
                    <a:pt x="23588" y="261636"/>
                    <a:pt x="0" y="238049"/>
                    <a:pt x="0" y="208952"/>
                  </a:cubicBezTo>
                  <a:lnTo>
                    <a:pt x="0" y="52684"/>
                  </a:lnTo>
                  <a:cubicBezTo>
                    <a:pt x="0" y="23588"/>
                    <a:pt x="23588" y="0"/>
                    <a:pt x="52684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10316" cy="299736"/>
            </a:xfrm>
            <a:prstGeom prst="rect">
              <a:avLst/>
            </a:prstGeom>
          </p:spPr>
          <p:txBody>
            <a:bodyPr lIns="54043" tIns="54043" rIns="54043" bIns="5404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2144151"/>
            <a:ext cx="6506064" cy="1272624"/>
            <a:chOff x="0" y="0"/>
            <a:chExt cx="1331696" cy="2604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31696" cy="260488"/>
            </a:xfrm>
            <a:custGeom>
              <a:avLst/>
              <a:gdLst/>
              <a:ahLst/>
              <a:cxnLst/>
              <a:rect l="l" t="t" r="r" b="b"/>
              <a:pathLst>
                <a:path w="1331696" h="260488">
                  <a:moveTo>
                    <a:pt x="118995" y="0"/>
                  </a:moveTo>
                  <a:lnTo>
                    <a:pt x="1212701" y="0"/>
                  </a:lnTo>
                  <a:cubicBezTo>
                    <a:pt x="1244261" y="0"/>
                    <a:pt x="1274528" y="12537"/>
                    <a:pt x="1296844" y="34853"/>
                  </a:cubicBezTo>
                  <a:cubicBezTo>
                    <a:pt x="1319159" y="57169"/>
                    <a:pt x="1331696" y="87436"/>
                    <a:pt x="1331696" y="118995"/>
                  </a:cubicBezTo>
                  <a:lnTo>
                    <a:pt x="1331696" y="141492"/>
                  </a:lnTo>
                  <a:cubicBezTo>
                    <a:pt x="1331696" y="173052"/>
                    <a:pt x="1319159" y="203319"/>
                    <a:pt x="1296844" y="225635"/>
                  </a:cubicBezTo>
                  <a:cubicBezTo>
                    <a:pt x="1274528" y="247951"/>
                    <a:pt x="1244261" y="260488"/>
                    <a:pt x="1212701" y="260488"/>
                  </a:cubicBezTo>
                  <a:lnTo>
                    <a:pt x="118995" y="260488"/>
                  </a:lnTo>
                  <a:cubicBezTo>
                    <a:pt x="87436" y="260488"/>
                    <a:pt x="57169" y="247951"/>
                    <a:pt x="34853" y="225635"/>
                  </a:cubicBezTo>
                  <a:cubicBezTo>
                    <a:pt x="12537" y="203319"/>
                    <a:pt x="0" y="173052"/>
                    <a:pt x="0" y="141492"/>
                  </a:cubicBezTo>
                  <a:lnTo>
                    <a:pt x="0" y="118995"/>
                  </a:lnTo>
                  <a:cubicBezTo>
                    <a:pt x="0" y="87436"/>
                    <a:pt x="12537" y="57169"/>
                    <a:pt x="34853" y="34853"/>
                  </a:cubicBezTo>
                  <a:cubicBezTo>
                    <a:pt x="57169" y="12537"/>
                    <a:pt x="87436" y="0"/>
                    <a:pt x="118995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331696" cy="298588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201742" y="2300515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1177804" y="2259479"/>
            <a:ext cx="1011607" cy="1011607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535713" y="414823"/>
            <a:ext cx="342616" cy="359616"/>
          </a:xfrm>
          <a:custGeom>
            <a:avLst/>
            <a:gdLst/>
            <a:ahLst/>
            <a:cxnLst/>
            <a:rect l="l" t="t" r="r" b="b"/>
            <a:pathLst>
              <a:path w="342616" h="359616">
                <a:moveTo>
                  <a:pt x="0" y="0"/>
                </a:moveTo>
                <a:lnTo>
                  <a:pt x="342616" y="0"/>
                </a:lnTo>
                <a:lnTo>
                  <a:pt x="342616" y="359616"/>
                </a:lnTo>
                <a:lnTo>
                  <a:pt x="0" y="3596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0096717" y="3723128"/>
            <a:ext cx="7162583" cy="1337163"/>
            <a:chOff x="0" y="0"/>
            <a:chExt cx="1277347" cy="23846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77347" cy="238464"/>
            </a:xfrm>
            <a:custGeom>
              <a:avLst/>
              <a:gdLst/>
              <a:ahLst/>
              <a:cxnLst/>
              <a:rect l="l" t="t" r="r" b="b"/>
              <a:pathLst>
                <a:path w="1277347" h="238464">
                  <a:moveTo>
                    <a:pt x="54044" y="0"/>
                  </a:moveTo>
                  <a:lnTo>
                    <a:pt x="1223302" y="0"/>
                  </a:lnTo>
                  <a:cubicBezTo>
                    <a:pt x="1253150" y="0"/>
                    <a:pt x="1277347" y="24196"/>
                    <a:pt x="1277347" y="54044"/>
                  </a:cubicBezTo>
                  <a:lnTo>
                    <a:pt x="1277347" y="184420"/>
                  </a:lnTo>
                  <a:cubicBezTo>
                    <a:pt x="1277347" y="214268"/>
                    <a:pt x="1253150" y="238464"/>
                    <a:pt x="1223302" y="238464"/>
                  </a:cubicBezTo>
                  <a:lnTo>
                    <a:pt x="54044" y="238464"/>
                  </a:lnTo>
                  <a:cubicBezTo>
                    <a:pt x="24196" y="238464"/>
                    <a:pt x="0" y="214268"/>
                    <a:pt x="0" y="184420"/>
                  </a:cubicBezTo>
                  <a:lnTo>
                    <a:pt x="0" y="54044"/>
                  </a:lnTo>
                  <a:cubicBezTo>
                    <a:pt x="0" y="24196"/>
                    <a:pt x="24196" y="0"/>
                    <a:pt x="54044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277347" cy="276564"/>
            </a:xfrm>
            <a:prstGeom prst="rect">
              <a:avLst/>
            </a:prstGeom>
          </p:spPr>
          <p:txBody>
            <a:bodyPr lIns="54043" tIns="54043" rIns="54043" bIns="5404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95698" y="2108318"/>
            <a:ext cx="6506064" cy="1272624"/>
            <a:chOff x="0" y="0"/>
            <a:chExt cx="1331696" cy="26048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31696" cy="260488"/>
            </a:xfrm>
            <a:custGeom>
              <a:avLst/>
              <a:gdLst/>
              <a:ahLst/>
              <a:cxnLst/>
              <a:rect l="l" t="t" r="r" b="b"/>
              <a:pathLst>
                <a:path w="1331696" h="260488">
                  <a:moveTo>
                    <a:pt x="118995" y="0"/>
                  </a:moveTo>
                  <a:lnTo>
                    <a:pt x="1212701" y="0"/>
                  </a:lnTo>
                  <a:cubicBezTo>
                    <a:pt x="1244261" y="0"/>
                    <a:pt x="1274528" y="12537"/>
                    <a:pt x="1296844" y="34853"/>
                  </a:cubicBezTo>
                  <a:cubicBezTo>
                    <a:pt x="1319159" y="57169"/>
                    <a:pt x="1331696" y="87436"/>
                    <a:pt x="1331696" y="118995"/>
                  </a:cubicBezTo>
                  <a:lnTo>
                    <a:pt x="1331696" y="141492"/>
                  </a:lnTo>
                  <a:cubicBezTo>
                    <a:pt x="1331696" y="173052"/>
                    <a:pt x="1319159" y="203319"/>
                    <a:pt x="1296844" y="225635"/>
                  </a:cubicBezTo>
                  <a:cubicBezTo>
                    <a:pt x="1274528" y="247951"/>
                    <a:pt x="1244261" y="260488"/>
                    <a:pt x="1212701" y="260488"/>
                  </a:cubicBezTo>
                  <a:lnTo>
                    <a:pt x="118995" y="260488"/>
                  </a:lnTo>
                  <a:cubicBezTo>
                    <a:pt x="87436" y="260488"/>
                    <a:pt x="57169" y="247951"/>
                    <a:pt x="34853" y="225635"/>
                  </a:cubicBezTo>
                  <a:cubicBezTo>
                    <a:pt x="12537" y="203319"/>
                    <a:pt x="0" y="173052"/>
                    <a:pt x="0" y="141492"/>
                  </a:cubicBezTo>
                  <a:lnTo>
                    <a:pt x="0" y="118995"/>
                  </a:lnTo>
                  <a:cubicBezTo>
                    <a:pt x="0" y="87436"/>
                    <a:pt x="12537" y="57169"/>
                    <a:pt x="34853" y="34853"/>
                  </a:cubicBezTo>
                  <a:cubicBezTo>
                    <a:pt x="57169" y="12537"/>
                    <a:pt x="87436" y="0"/>
                    <a:pt x="118995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331696" cy="298588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0061769" y="2283018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10037831" y="2241982"/>
            <a:ext cx="1011607" cy="101160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77804" y="3693000"/>
            <a:ext cx="7347457" cy="983768"/>
            <a:chOff x="0" y="0"/>
            <a:chExt cx="1310316" cy="17544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10316" cy="175441"/>
            </a:xfrm>
            <a:custGeom>
              <a:avLst/>
              <a:gdLst/>
              <a:ahLst/>
              <a:cxnLst/>
              <a:rect l="l" t="t" r="r" b="b"/>
              <a:pathLst>
                <a:path w="1310316" h="175441">
                  <a:moveTo>
                    <a:pt x="52684" y="0"/>
                  </a:moveTo>
                  <a:lnTo>
                    <a:pt x="1257632" y="0"/>
                  </a:lnTo>
                  <a:cubicBezTo>
                    <a:pt x="1286729" y="0"/>
                    <a:pt x="1310316" y="23588"/>
                    <a:pt x="1310316" y="52684"/>
                  </a:cubicBezTo>
                  <a:lnTo>
                    <a:pt x="1310316" y="122757"/>
                  </a:lnTo>
                  <a:cubicBezTo>
                    <a:pt x="1310316" y="151854"/>
                    <a:pt x="1286729" y="175441"/>
                    <a:pt x="1257632" y="175441"/>
                  </a:cubicBezTo>
                  <a:lnTo>
                    <a:pt x="52684" y="175441"/>
                  </a:lnTo>
                  <a:cubicBezTo>
                    <a:pt x="23588" y="175441"/>
                    <a:pt x="0" y="151854"/>
                    <a:pt x="0" y="122757"/>
                  </a:cubicBezTo>
                  <a:lnTo>
                    <a:pt x="0" y="52684"/>
                  </a:lnTo>
                  <a:cubicBezTo>
                    <a:pt x="0" y="23588"/>
                    <a:pt x="23588" y="0"/>
                    <a:pt x="52684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310316" cy="213541"/>
            </a:xfrm>
            <a:prstGeom prst="rect">
              <a:avLst/>
            </a:prstGeom>
          </p:spPr>
          <p:txBody>
            <a:bodyPr lIns="54043" tIns="54043" rIns="54043" bIns="5404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306034" y="4819070"/>
            <a:ext cx="9287488" cy="1624556"/>
          </a:xfrm>
          <a:custGeom>
            <a:avLst/>
            <a:gdLst/>
            <a:ahLst/>
            <a:cxnLst/>
            <a:rect l="l" t="t" r="r" b="b"/>
            <a:pathLst>
              <a:path w="9287488" h="1624556">
                <a:moveTo>
                  <a:pt x="0" y="0"/>
                </a:moveTo>
                <a:lnTo>
                  <a:pt x="9287488" y="0"/>
                </a:lnTo>
                <a:lnTo>
                  <a:pt x="9287488" y="1624556"/>
                </a:lnTo>
                <a:lnTo>
                  <a:pt x="0" y="16245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168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306034" y="8342731"/>
            <a:ext cx="9287488" cy="1328710"/>
          </a:xfrm>
          <a:custGeom>
            <a:avLst/>
            <a:gdLst/>
            <a:ahLst/>
            <a:cxnLst/>
            <a:rect l="l" t="t" r="r" b="b"/>
            <a:pathLst>
              <a:path w="9287488" h="1328710">
                <a:moveTo>
                  <a:pt x="0" y="0"/>
                </a:moveTo>
                <a:lnTo>
                  <a:pt x="9287488" y="0"/>
                </a:lnTo>
                <a:lnTo>
                  <a:pt x="9287488" y="1328710"/>
                </a:lnTo>
                <a:lnTo>
                  <a:pt x="0" y="13287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306" r="-192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10867650" y="5403191"/>
            <a:ext cx="5462370" cy="4659080"/>
          </a:xfrm>
          <a:custGeom>
            <a:avLst/>
            <a:gdLst/>
            <a:ahLst/>
            <a:cxnLst/>
            <a:rect l="l" t="t" r="r" b="b"/>
            <a:pathLst>
              <a:path w="5462370" h="4659080">
                <a:moveTo>
                  <a:pt x="0" y="0"/>
                </a:moveTo>
                <a:lnTo>
                  <a:pt x="5462370" y="0"/>
                </a:lnTo>
                <a:lnTo>
                  <a:pt x="5462370" y="4659080"/>
                </a:lnTo>
                <a:lnTo>
                  <a:pt x="0" y="46590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0" y="809625"/>
            <a:ext cx="8817066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5. Cách chạy chương trình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01263" y="6651091"/>
            <a:ext cx="6900539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Ở Terminal, trỏ đến thư mục src của code và chạy lệnh: </a:t>
            </a:r>
            <a:r>
              <a:rPr lang="en-US" sz="2400" i="1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javac -encoding UTF-8 Main.java SudokuGenerator.java SudokuMatrix.java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598143" y="2456931"/>
            <a:ext cx="470326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Tải code và biên dịch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13084" y="2532666"/>
            <a:ext cx="741046" cy="392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sz="2182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5.1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320176" y="3997842"/>
            <a:ext cx="6900539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Ở Terminal, chạy lệnh:</a:t>
            </a:r>
            <a:r>
              <a:rPr lang="en-US" sz="2400" i="1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java Main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để chạy chương trình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8171" y="2439434"/>
            <a:ext cx="428132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Chạy chương trình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173112" y="2515169"/>
            <a:ext cx="741046" cy="392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sz="2182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5.2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01263" y="3967714"/>
            <a:ext cx="6900539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Mở Terminal và chạy lệnh để tải code về: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  <p:bldP spid="20" grpId="0" animBg="1"/>
      <p:bldP spid="27" grpId="0" animBg="1"/>
      <p:bldP spid="28" grpId="0" animBg="1"/>
      <p:bldP spid="29" grpId="0" animBg="1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499144" y="3110429"/>
            <a:ext cx="2754945" cy="0"/>
          </a:xfrm>
          <a:prstGeom prst="line">
            <a:avLst/>
          </a:prstGeom>
          <a:ln w="28575" cap="flat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2459829"/>
            <a:ext cx="7273102" cy="1272624"/>
            <a:chOff x="0" y="0"/>
            <a:chExt cx="1488698" cy="2604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8698" cy="260488"/>
            </a:xfrm>
            <a:custGeom>
              <a:avLst/>
              <a:gdLst/>
              <a:ahLst/>
              <a:cxnLst/>
              <a:rect l="l" t="t" r="r" b="b"/>
              <a:pathLst>
                <a:path w="1488698" h="260488">
                  <a:moveTo>
                    <a:pt x="106446" y="0"/>
                  </a:moveTo>
                  <a:lnTo>
                    <a:pt x="1382252" y="0"/>
                  </a:lnTo>
                  <a:cubicBezTo>
                    <a:pt x="1410483" y="0"/>
                    <a:pt x="1437558" y="11215"/>
                    <a:pt x="1457521" y="31177"/>
                  </a:cubicBezTo>
                  <a:cubicBezTo>
                    <a:pt x="1477483" y="51140"/>
                    <a:pt x="1488698" y="78215"/>
                    <a:pt x="1488698" y="106446"/>
                  </a:cubicBezTo>
                  <a:lnTo>
                    <a:pt x="1488698" y="154042"/>
                  </a:lnTo>
                  <a:cubicBezTo>
                    <a:pt x="1488698" y="212830"/>
                    <a:pt x="1441040" y="260488"/>
                    <a:pt x="1382252" y="260488"/>
                  </a:cubicBezTo>
                  <a:lnTo>
                    <a:pt x="106446" y="260488"/>
                  </a:lnTo>
                  <a:cubicBezTo>
                    <a:pt x="78215" y="260488"/>
                    <a:pt x="51140" y="249273"/>
                    <a:pt x="31177" y="229310"/>
                  </a:cubicBezTo>
                  <a:cubicBezTo>
                    <a:pt x="11215" y="209348"/>
                    <a:pt x="0" y="182273"/>
                    <a:pt x="0" y="154042"/>
                  </a:cubicBezTo>
                  <a:lnTo>
                    <a:pt x="0" y="106446"/>
                  </a:lnTo>
                  <a:cubicBezTo>
                    <a:pt x="0" y="78215"/>
                    <a:pt x="11215" y="51140"/>
                    <a:pt x="31177" y="31177"/>
                  </a:cubicBezTo>
                  <a:cubicBezTo>
                    <a:pt x="51140" y="11215"/>
                    <a:pt x="78215" y="0"/>
                    <a:pt x="106446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88698" cy="298588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201742" y="2616193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177804" y="2575157"/>
            <a:ext cx="1011607" cy="101160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535713" y="414823"/>
            <a:ext cx="342616" cy="359616"/>
          </a:xfrm>
          <a:custGeom>
            <a:avLst/>
            <a:gdLst/>
            <a:ahLst/>
            <a:cxnLst/>
            <a:rect l="l" t="t" r="r" b="b"/>
            <a:pathLst>
              <a:path w="342616" h="359616">
                <a:moveTo>
                  <a:pt x="0" y="0"/>
                </a:moveTo>
                <a:lnTo>
                  <a:pt x="342616" y="0"/>
                </a:lnTo>
                <a:lnTo>
                  <a:pt x="342616" y="359616"/>
                </a:lnTo>
                <a:lnTo>
                  <a:pt x="0" y="3596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9795698" y="2423996"/>
            <a:ext cx="7648476" cy="1272624"/>
            <a:chOff x="0" y="0"/>
            <a:chExt cx="1565531" cy="26048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65531" cy="260488"/>
            </a:xfrm>
            <a:custGeom>
              <a:avLst/>
              <a:gdLst/>
              <a:ahLst/>
              <a:cxnLst/>
              <a:rect l="l" t="t" r="r" b="b"/>
              <a:pathLst>
                <a:path w="1565531" h="260488">
                  <a:moveTo>
                    <a:pt x="101222" y="0"/>
                  </a:moveTo>
                  <a:lnTo>
                    <a:pt x="1464310" y="0"/>
                  </a:lnTo>
                  <a:cubicBezTo>
                    <a:pt x="1491155" y="0"/>
                    <a:pt x="1516901" y="10664"/>
                    <a:pt x="1535884" y="29647"/>
                  </a:cubicBezTo>
                  <a:cubicBezTo>
                    <a:pt x="1554867" y="48630"/>
                    <a:pt x="1565531" y="74376"/>
                    <a:pt x="1565531" y="101222"/>
                  </a:cubicBezTo>
                  <a:lnTo>
                    <a:pt x="1565531" y="159266"/>
                  </a:lnTo>
                  <a:cubicBezTo>
                    <a:pt x="1565531" y="215169"/>
                    <a:pt x="1520213" y="260488"/>
                    <a:pt x="1464310" y="260488"/>
                  </a:cubicBezTo>
                  <a:lnTo>
                    <a:pt x="101222" y="260488"/>
                  </a:lnTo>
                  <a:cubicBezTo>
                    <a:pt x="74376" y="260488"/>
                    <a:pt x="48630" y="249823"/>
                    <a:pt x="29647" y="230840"/>
                  </a:cubicBezTo>
                  <a:cubicBezTo>
                    <a:pt x="10664" y="211858"/>
                    <a:pt x="0" y="186112"/>
                    <a:pt x="0" y="159266"/>
                  </a:cubicBezTo>
                  <a:lnTo>
                    <a:pt x="0" y="101222"/>
                  </a:lnTo>
                  <a:cubicBezTo>
                    <a:pt x="0" y="74376"/>
                    <a:pt x="10664" y="48630"/>
                    <a:pt x="29647" y="29647"/>
                  </a:cubicBezTo>
                  <a:cubicBezTo>
                    <a:pt x="48630" y="10664"/>
                    <a:pt x="74376" y="0"/>
                    <a:pt x="101222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565531" cy="298588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061769" y="2598696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10037831" y="2557660"/>
            <a:ext cx="1011607" cy="1011607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8301802" y="4803129"/>
            <a:ext cx="9817538" cy="3902774"/>
          </a:xfrm>
          <a:custGeom>
            <a:avLst/>
            <a:gdLst/>
            <a:ahLst/>
            <a:cxnLst/>
            <a:rect l="l" t="t" r="r" b="b"/>
            <a:pathLst>
              <a:path w="9817538" h="3902774">
                <a:moveTo>
                  <a:pt x="0" y="0"/>
                </a:moveTo>
                <a:lnTo>
                  <a:pt x="9817538" y="0"/>
                </a:lnTo>
                <a:lnTo>
                  <a:pt x="9817538" y="3902775"/>
                </a:lnTo>
                <a:lnTo>
                  <a:pt x="0" y="39027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236114" y="4256328"/>
            <a:ext cx="6750950" cy="5557265"/>
          </a:xfrm>
          <a:custGeom>
            <a:avLst/>
            <a:gdLst/>
            <a:ahLst/>
            <a:cxnLst/>
            <a:rect l="l" t="t" r="r" b="b"/>
            <a:pathLst>
              <a:path w="6750950" h="5557265">
                <a:moveTo>
                  <a:pt x="0" y="0"/>
                </a:moveTo>
                <a:lnTo>
                  <a:pt x="6750950" y="0"/>
                </a:lnTo>
                <a:lnTo>
                  <a:pt x="6750950" y="5557265"/>
                </a:lnTo>
                <a:lnTo>
                  <a:pt x="0" y="55572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0" y="1125303"/>
            <a:ext cx="3736211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6. Kết quả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98143" y="2772609"/>
            <a:ext cx="538892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Đảm bảo đầy đủ yêu cầu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13084" y="2848344"/>
            <a:ext cx="741046" cy="392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sz="2182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6.1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58171" y="2755112"/>
            <a:ext cx="580112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3B3B3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Đảm bảo hiệu suất sinh đề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73112" y="2830847"/>
            <a:ext cx="741046" cy="392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sz="2182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6.2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0" grpId="0" animBg="1"/>
      <p:bldP spid="14" grpId="0" animBg="1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292826" y="626258"/>
            <a:ext cx="13648016" cy="1364801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3613602" y="2142310"/>
            <a:ext cx="11725929" cy="11711272"/>
          </a:xfrm>
          <a:custGeom>
            <a:avLst/>
            <a:gdLst/>
            <a:ahLst/>
            <a:cxnLst/>
            <a:rect l="l" t="t" r="r" b="b"/>
            <a:pathLst>
              <a:path w="11725929" h="11711272">
                <a:moveTo>
                  <a:pt x="0" y="0"/>
                </a:moveTo>
                <a:lnTo>
                  <a:pt x="11725930" y="0"/>
                </a:lnTo>
                <a:lnTo>
                  <a:pt x="11725930" y="11711272"/>
                </a:lnTo>
                <a:lnTo>
                  <a:pt x="0" y="11711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3340216" y="1673648"/>
            <a:ext cx="11553237" cy="11553237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449114" y="6032665"/>
            <a:ext cx="1658466" cy="1656393"/>
          </a:xfrm>
          <a:custGeom>
            <a:avLst/>
            <a:gdLst/>
            <a:ahLst/>
            <a:cxnLst/>
            <a:rect l="l" t="t" r="r" b="b"/>
            <a:pathLst>
              <a:path w="1658466" h="1656393">
                <a:moveTo>
                  <a:pt x="0" y="0"/>
                </a:moveTo>
                <a:lnTo>
                  <a:pt x="1658466" y="0"/>
                </a:lnTo>
                <a:lnTo>
                  <a:pt x="1658466" y="1656392"/>
                </a:lnTo>
                <a:lnTo>
                  <a:pt x="0" y="1656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1410448" y="5966379"/>
            <a:ext cx="1634041" cy="163404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 flipH="1">
            <a:off x="2059083" y="6531658"/>
            <a:ext cx="336771" cy="503483"/>
          </a:xfrm>
          <a:custGeom>
            <a:avLst/>
            <a:gdLst/>
            <a:ahLst/>
            <a:cxnLst/>
            <a:rect l="l" t="t" r="r" b="b"/>
            <a:pathLst>
              <a:path w="336771" h="503483">
                <a:moveTo>
                  <a:pt x="336770" y="0"/>
                </a:moveTo>
                <a:lnTo>
                  <a:pt x="0" y="0"/>
                </a:lnTo>
                <a:lnTo>
                  <a:pt x="0" y="503483"/>
                </a:lnTo>
                <a:lnTo>
                  <a:pt x="336770" y="503483"/>
                </a:lnTo>
                <a:lnTo>
                  <a:pt x="33677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5164756" y="6032665"/>
            <a:ext cx="1658466" cy="1656393"/>
          </a:xfrm>
          <a:custGeom>
            <a:avLst/>
            <a:gdLst/>
            <a:ahLst/>
            <a:cxnLst/>
            <a:rect l="l" t="t" r="r" b="b"/>
            <a:pathLst>
              <a:path w="1658466" h="1656393">
                <a:moveTo>
                  <a:pt x="0" y="0"/>
                </a:moveTo>
                <a:lnTo>
                  <a:pt x="1658465" y="0"/>
                </a:lnTo>
                <a:lnTo>
                  <a:pt x="1658465" y="1656392"/>
                </a:lnTo>
                <a:lnTo>
                  <a:pt x="0" y="1656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15126089" y="5966379"/>
            <a:ext cx="1634041" cy="1634041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5774724" y="6531658"/>
            <a:ext cx="336771" cy="503483"/>
          </a:xfrm>
          <a:custGeom>
            <a:avLst/>
            <a:gdLst/>
            <a:ahLst/>
            <a:cxnLst/>
            <a:rect l="l" t="t" r="r" b="b"/>
            <a:pathLst>
              <a:path w="336771" h="503483">
                <a:moveTo>
                  <a:pt x="0" y="0"/>
                </a:moveTo>
                <a:lnTo>
                  <a:pt x="336771" y="0"/>
                </a:lnTo>
                <a:lnTo>
                  <a:pt x="336771" y="503483"/>
                </a:lnTo>
                <a:lnTo>
                  <a:pt x="0" y="5034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4859534" y="3280226"/>
            <a:ext cx="8514601" cy="4717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50"/>
              </a:lnSpc>
            </a:pPr>
            <a:r>
              <a:rPr lang="en-US" sz="11602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THANKS FOR WATCHING</a:t>
            </a:r>
          </a:p>
        </p:txBody>
      </p:sp>
      <p:sp>
        <p:nvSpPr>
          <p:cNvPr id="26" name="Freeform 26"/>
          <p:cNvSpPr/>
          <p:nvPr/>
        </p:nvSpPr>
        <p:spPr>
          <a:xfrm>
            <a:off x="535713" y="414823"/>
            <a:ext cx="342616" cy="359616"/>
          </a:xfrm>
          <a:custGeom>
            <a:avLst/>
            <a:gdLst/>
            <a:ahLst/>
            <a:cxnLst/>
            <a:rect l="l" t="t" r="r" b="b"/>
            <a:pathLst>
              <a:path w="342616" h="359616">
                <a:moveTo>
                  <a:pt x="0" y="0"/>
                </a:moveTo>
                <a:lnTo>
                  <a:pt x="342616" y="0"/>
                </a:lnTo>
                <a:lnTo>
                  <a:pt x="342616" y="359616"/>
                </a:lnTo>
                <a:lnTo>
                  <a:pt x="0" y="3596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9" grpId="0" animBg="1"/>
      <p:bldP spid="20" grpId="0" animBg="1"/>
      <p:bldP spid="24" grpId="0" animBg="1"/>
      <p:bldP spid="25" grpId="0"/>
      <p:bldP spid="2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422</Words>
  <Application>Microsoft Office PowerPoint</Application>
  <PresentationFormat>Custom</PresentationFormat>
  <Paragraphs>56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Canva Sans</vt:lpstr>
      <vt:lpstr>Canva Sans Bold</vt:lpstr>
      <vt:lpstr>Canva Sans Italics</vt:lpstr>
      <vt:lpstr>Aptos</vt:lpstr>
      <vt:lpstr>Poppins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Sudoku Puzzle Generator</dc:title>
  <cp:lastModifiedBy>Chu Ngọc Thắng-B22DCCN807</cp:lastModifiedBy>
  <cp:revision>3</cp:revision>
  <dcterms:created xsi:type="dcterms:W3CDTF">2006-08-16T00:00:00Z</dcterms:created>
  <dcterms:modified xsi:type="dcterms:W3CDTF">2025-11-15T15:50:00Z</dcterms:modified>
  <dc:identifier>DAG4vrY39to</dc:identifier>
</cp:coreProperties>
</file>